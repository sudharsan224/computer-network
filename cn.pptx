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7"/>
  </p:notesMasterIdLst>
  <p:sldIdLst>
    <p:sldId id="256" r:id="rId2"/>
    <p:sldId id="259" r:id="rId3"/>
    <p:sldId id="280" r:id="rId4"/>
    <p:sldId id="279" r:id="rId5"/>
    <p:sldId id="272" r:id="rId6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32" roundtripDataSignature="AMtx7mg5B4lPx3jywShUeqGvfiiPh+tSP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E4C7229-086D-41F2-AB2D-5087D54B0034}" v="7" dt="2026-07-16T17:29:45.641"/>
  </p1510:revLst>
</p1510:revInfo>
</file>

<file path=ppt/tableStyles.xml><?xml version="1.0" encoding="utf-8"?>
<a:tblStyleLst xmlns:a="http://schemas.openxmlformats.org/drawingml/2006/main" def="{12A0EBA7-E389-458D-9B42-A1AEC3695C6B}">
  <a:tblStyle styleId="{12A0EBA7-E389-458D-9B42-A1AEC3695C6B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9EFF7"/>
          </a:solidFill>
        </a:fill>
      </a:tcStyle>
    </a:wholeTbl>
    <a:band1H>
      <a:tcTxStyle b="off" i="off"/>
      <a:tcStyle>
        <a:tcBdr/>
        <a:fill>
          <a:solidFill>
            <a:srgbClr val="D0DEEF"/>
          </a:solidFill>
        </a:fill>
      </a:tcStyle>
    </a:band1H>
    <a:band2H>
      <a:tcTxStyle b="off" i="off"/>
      <a:tcStyle>
        <a:tcBdr/>
      </a:tcStyle>
    </a:band2H>
    <a:band1V>
      <a:tcTxStyle b="off" i="off"/>
      <a:tcStyle>
        <a:tcBdr/>
        <a:fill>
          <a:solidFill>
            <a:srgbClr val="D0DEEF"/>
          </a:solidFill>
        </a:fill>
      </a:tcStyle>
    </a:band1V>
    <a:band2V>
      <a:tcTxStyle b="off" i="off"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5"/>
          </a:solidFill>
        </a:fill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5"/>
          </a:solidFill>
        </a:fill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34" Type="http://schemas.openxmlformats.org/officeDocument/2006/relationships/viewProps" Target="viewProps.xml"/><Relationship Id="rId7" Type="http://schemas.openxmlformats.org/officeDocument/2006/relationships/notesMaster" Target="notesMasters/notesMaster1.xml"/><Relationship Id="rId33" Type="http://schemas.openxmlformats.org/officeDocument/2006/relationships/presProps" Target="presProps.xml"/><Relationship Id="rId38" Type="http://schemas.microsoft.com/office/2015/10/relationships/revisionInfo" Target="revisionInfo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32" Type="http://customschemas.google.com/relationships/presentationmetadata" Target="metadata"/><Relationship Id="rId37" Type="http://schemas.microsoft.com/office/2016/11/relationships/changesInfo" Target="changesInfos/changesInfo1.xml"/><Relationship Id="rId5" Type="http://schemas.openxmlformats.org/officeDocument/2006/relationships/slide" Target="slides/slide4.xml"/><Relationship Id="rId36" Type="http://schemas.openxmlformats.org/officeDocument/2006/relationships/tableStyles" Target="tableStyles.xml"/><Relationship Id="rId4" Type="http://schemas.openxmlformats.org/officeDocument/2006/relationships/slide" Target="slides/slide3.xml"/><Relationship Id="rId35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udharsan sudha" userId="3d3d041425628171" providerId="LiveId" clId="{701EB56C-5456-4E45-B90F-675FC26DB7DA}"/>
    <pc:docChg chg="undo custSel addSld delSld modSld sldOrd">
      <pc:chgData name="sudharsan sudha" userId="3d3d041425628171" providerId="LiveId" clId="{701EB56C-5456-4E45-B90F-675FC26DB7DA}" dt="2026-07-16T17:30:26.732" v="680" actId="20577"/>
      <pc:docMkLst>
        <pc:docMk/>
      </pc:docMkLst>
      <pc:sldChg chg="modSp mod">
        <pc:chgData name="sudharsan sudha" userId="3d3d041425628171" providerId="LiveId" clId="{701EB56C-5456-4E45-B90F-675FC26DB7DA}" dt="2026-07-16T17:30:26.732" v="680" actId="20577"/>
        <pc:sldMkLst>
          <pc:docMk/>
          <pc:sldMk cId="0" sldId="256"/>
        </pc:sldMkLst>
        <pc:spChg chg="mod">
          <ac:chgData name="sudharsan sudha" userId="3d3d041425628171" providerId="LiveId" clId="{701EB56C-5456-4E45-B90F-675FC26DB7DA}" dt="2026-07-16T17:30:14.062" v="663" actId="20577"/>
          <ac:spMkLst>
            <pc:docMk/>
            <pc:sldMk cId="0" sldId="256"/>
            <ac:spMk id="89" creationId="{00000000-0000-0000-0000-000000000000}"/>
          </ac:spMkLst>
        </pc:spChg>
        <pc:spChg chg="mod">
          <ac:chgData name="sudharsan sudha" userId="3d3d041425628171" providerId="LiveId" clId="{701EB56C-5456-4E45-B90F-675FC26DB7DA}" dt="2026-07-16T17:30:26.732" v="680" actId="20577"/>
          <ac:spMkLst>
            <pc:docMk/>
            <pc:sldMk cId="0" sldId="256"/>
            <ac:spMk id="90" creationId="{00000000-0000-0000-0000-000000000000}"/>
          </ac:spMkLst>
        </pc:spChg>
      </pc:sldChg>
      <pc:sldChg chg="del">
        <pc:chgData name="sudharsan sudha" userId="3d3d041425628171" providerId="LiveId" clId="{701EB56C-5456-4E45-B90F-675FC26DB7DA}" dt="2026-07-15T08:40:33.604" v="465" actId="47"/>
        <pc:sldMkLst>
          <pc:docMk/>
          <pc:sldMk cId="0" sldId="258"/>
        </pc:sldMkLst>
      </pc:sldChg>
      <pc:sldChg chg="addSp delSp modSp mod">
        <pc:chgData name="sudharsan sudha" userId="3d3d041425628171" providerId="LiveId" clId="{701EB56C-5456-4E45-B90F-675FC26DB7DA}" dt="2026-07-15T08:43:32.015" v="488"/>
        <pc:sldMkLst>
          <pc:docMk/>
          <pc:sldMk cId="0" sldId="259"/>
        </pc:sldMkLst>
        <pc:spChg chg="add mod">
          <ac:chgData name="sudharsan sudha" userId="3d3d041425628171" providerId="LiveId" clId="{701EB56C-5456-4E45-B90F-675FC26DB7DA}" dt="2026-07-15T08:42:55.620" v="483" actId="1076"/>
          <ac:spMkLst>
            <pc:docMk/>
            <pc:sldMk cId="0" sldId="259"/>
            <ac:spMk id="3" creationId="{AA6C9F5A-D38F-70D1-BE5B-F1A219B051AE}"/>
          </ac:spMkLst>
        </pc:spChg>
        <pc:spChg chg="del mod">
          <ac:chgData name="sudharsan sudha" userId="3d3d041425628171" providerId="LiveId" clId="{701EB56C-5456-4E45-B90F-675FC26DB7DA}" dt="2026-07-15T08:41:31.610" v="468" actId="478"/>
          <ac:spMkLst>
            <pc:docMk/>
            <pc:sldMk cId="0" sldId="259"/>
            <ac:spMk id="5" creationId="{01DC3E94-E6A3-A721-D144-3D588F49B0EA}"/>
          </ac:spMkLst>
        </pc:spChg>
        <pc:spChg chg="mod">
          <ac:chgData name="sudharsan sudha" userId="3d3d041425628171" providerId="LiveId" clId="{701EB56C-5456-4E45-B90F-675FC26DB7DA}" dt="2026-07-15T08:43:32.015" v="488"/>
          <ac:spMkLst>
            <pc:docMk/>
            <pc:sldMk cId="0" sldId="259"/>
            <ac:spMk id="112" creationId="{00000000-0000-0000-0000-000000000000}"/>
          </ac:spMkLst>
        </pc:spChg>
      </pc:sldChg>
      <pc:sldChg chg="del">
        <pc:chgData name="sudharsan sudha" userId="3d3d041425628171" providerId="LiveId" clId="{701EB56C-5456-4E45-B90F-675FC26DB7DA}" dt="2026-07-15T08:40:32.047" v="464" actId="47"/>
        <pc:sldMkLst>
          <pc:docMk/>
          <pc:sldMk cId="0" sldId="260"/>
        </pc:sldMkLst>
      </pc:sldChg>
      <pc:sldChg chg="del">
        <pc:chgData name="sudharsan sudha" userId="3d3d041425628171" providerId="LiveId" clId="{701EB56C-5456-4E45-B90F-675FC26DB7DA}" dt="2026-07-15T08:40:26.860" v="462" actId="47"/>
        <pc:sldMkLst>
          <pc:docMk/>
          <pc:sldMk cId="0" sldId="263"/>
        </pc:sldMkLst>
      </pc:sldChg>
      <pc:sldChg chg="del">
        <pc:chgData name="sudharsan sudha" userId="3d3d041425628171" providerId="LiveId" clId="{701EB56C-5456-4E45-B90F-675FC26DB7DA}" dt="2026-07-15T08:40:27.951" v="463" actId="47"/>
        <pc:sldMkLst>
          <pc:docMk/>
          <pc:sldMk cId="0" sldId="264"/>
        </pc:sldMkLst>
      </pc:sldChg>
      <pc:sldChg chg="del">
        <pc:chgData name="sudharsan sudha" userId="3d3d041425628171" providerId="LiveId" clId="{701EB56C-5456-4E45-B90F-675FC26DB7DA}" dt="2026-07-15T08:40:26.029" v="461" actId="47"/>
        <pc:sldMkLst>
          <pc:docMk/>
          <pc:sldMk cId="72999589" sldId="273"/>
        </pc:sldMkLst>
      </pc:sldChg>
      <pc:sldChg chg="del">
        <pc:chgData name="sudharsan sudha" userId="3d3d041425628171" providerId="LiveId" clId="{701EB56C-5456-4E45-B90F-675FC26DB7DA}" dt="2026-07-15T08:40:23.988" v="460" actId="47"/>
        <pc:sldMkLst>
          <pc:docMk/>
          <pc:sldMk cId="293116904" sldId="274"/>
        </pc:sldMkLst>
      </pc:sldChg>
      <pc:sldChg chg="del">
        <pc:chgData name="sudharsan sudha" userId="3d3d041425628171" providerId="LiveId" clId="{701EB56C-5456-4E45-B90F-675FC26DB7DA}" dt="2026-07-15T08:40:22.865" v="459" actId="47"/>
        <pc:sldMkLst>
          <pc:docMk/>
          <pc:sldMk cId="1144081246" sldId="275"/>
        </pc:sldMkLst>
      </pc:sldChg>
      <pc:sldChg chg="del">
        <pc:chgData name="sudharsan sudha" userId="3d3d041425628171" providerId="LiveId" clId="{701EB56C-5456-4E45-B90F-675FC26DB7DA}" dt="2026-07-15T08:40:17.714" v="457" actId="47"/>
        <pc:sldMkLst>
          <pc:docMk/>
          <pc:sldMk cId="3676359382" sldId="276"/>
        </pc:sldMkLst>
      </pc:sldChg>
      <pc:sldChg chg="del">
        <pc:chgData name="sudharsan sudha" userId="3d3d041425628171" providerId="LiveId" clId="{701EB56C-5456-4E45-B90F-675FC26DB7DA}" dt="2026-07-15T08:40:14.857" v="456" actId="47"/>
        <pc:sldMkLst>
          <pc:docMk/>
          <pc:sldMk cId="4033136891" sldId="277"/>
        </pc:sldMkLst>
      </pc:sldChg>
      <pc:sldChg chg="addSp delSp modSp del mod">
        <pc:chgData name="sudharsan sudha" userId="3d3d041425628171" providerId="LiveId" clId="{701EB56C-5456-4E45-B90F-675FC26DB7DA}" dt="2026-07-16T17:26:56.325" v="625" actId="47"/>
        <pc:sldMkLst>
          <pc:docMk/>
          <pc:sldMk cId="1291915499" sldId="278"/>
        </pc:sldMkLst>
        <pc:spChg chg="del">
          <ac:chgData name="sudharsan sudha" userId="3d3d041425628171" providerId="LiveId" clId="{701EB56C-5456-4E45-B90F-675FC26DB7DA}" dt="2026-07-15T08:44:03.111" v="490" actId="478"/>
          <ac:spMkLst>
            <pc:docMk/>
            <pc:sldMk cId="1291915499" sldId="278"/>
            <ac:spMk id="3" creationId="{A70D13DA-1A01-D47F-FE5E-648AFE90D014}"/>
          </ac:spMkLst>
        </pc:spChg>
        <pc:spChg chg="add del">
          <ac:chgData name="sudharsan sudha" userId="3d3d041425628171" providerId="LiveId" clId="{701EB56C-5456-4E45-B90F-675FC26DB7DA}" dt="2026-07-15T08:44:07.109" v="492" actId="22"/>
          <ac:spMkLst>
            <pc:docMk/>
            <pc:sldMk cId="1291915499" sldId="278"/>
            <ac:spMk id="4" creationId="{B1801D17-BCEC-D30B-BFCB-790922DDECB4}"/>
          </ac:spMkLst>
        </pc:spChg>
        <pc:spChg chg="add mod">
          <ac:chgData name="sudharsan sudha" userId="3d3d041425628171" providerId="LiveId" clId="{701EB56C-5456-4E45-B90F-675FC26DB7DA}" dt="2026-07-15T08:46:16.004" v="529" actId="1076"/>
          <ac:spMkLst>
            <pc:docMk/>
            <pc:sldMk cId="1291915499" sldId="278"/>
            <ac:spMk id="6" creationId="{E5941007-BA9B-3F28-8C1C-111BD4354D67}"/>
          </ac:spMkLst>
        </pc:spChg>
        <pc:spChg chg="mod">
          <ac:chgData name="sudharsan sudha" userId="3d3d041425628171" providerId="LiveId" clId="{701EB56C-5456-4E45-B90F-675FC26DB7DA}" dt="2026-07-15T08:45:18.918" v="513" actId="403"/>
          <ac:spMkLst>
            <pc:docMk/>
            <pc:sldMk cId="1291915499" sldId="278"/>
            <ac:spMk id="147" creationId="{B3EDB576-7403-F7C4-2627-90EBB5C0ACC5}"/>
          </ac:spMkLst>
        </pc:spChg>
      </pc:sldChg>
      <pc:sldChg chg="addSp delSp modSp add mod">
        <pc:chgData name="sudharsan sudha" userId="3d3d041425628171" providerId="LiveId" clId="{701EB56C-5456-4E45-B90F-675FC26DB7DA}" dt="2026-07-16T17:26:53.393" v="624" actId="20577"/>
        <pc:sldMkLst>
          <pc:docMk/>
          <pc:sldMk cId="2079761430" sldId="279"/>
        </pc:sldMkLst>
        <pc:spChg chg="add del mod">
          <ac:chgData name="sudharsan sudha" userId="3d3d041425628171" providerId="LiveId" clId="{701EB56C-5456-4E45-B90F-675FC26DB7DA}" dt="2026-07-16T17:25:44.758" v="598" actId="22"/>
          <ac:spMkLst>
            <pc:docMk/>
            <pc:sldMk cId="2079761430" sldId="279"/>
            <ac:spMk id="3" creationId="{32463530-F209-7B5C-BB44-3AF56BDD179C}"/>
          </ac:spMkLst>
        </pc:spChg>
        <pc:spChg chg="add mod">
          <ac:chgData name="sudharsan sudha" userId="3d3d041425628171" providerId="LiveId" clId="{701EB56C-5456-4E45-B90F-675FC26DB7DA}" dt="2026-07-16T17:26:47.750" v="612" actId="1076"/>
          <ac:spMkLst>
            <pc:docMk/>
            <pc:sldMk cId="2079761430" sldId="279"/>
            <ac:spMk id="5" creationId="{F955AD0D-5724-E399-A451-7C5558131CB4}"/>
          </ac:spMkLst>
        </pc:spChg>
        <pc:spChg chg="del">
          <ac:chgData name="sudharsan sudha" userId="3d3d041425628171" providerId="LiveId" clId="{701EB56C-5456-4E45-B90F-675FC26DB7DA}" dt="2026-07-16T17:25:31.680" v="594" actId="478"/>
          <ac:spMkLst>
            <pc:docMk/>
            <pc:sldMk cId="2079761430" sldId="279"/>
            <ac:spMk id="6" creationId="{215270E6-6152-6BD8-9664-FAF5C0FD0387}"/>
          </ac:spMkLst>
        </pc:spChg>
        <pc:spChg chg="mod">
          <ac:chgData name="sudharsan sudha" userId="3d3d041425628171" providerId="LiveId" clId="{701EB56C-5456-4E45-B90F-675FC26DB7DA}" dt="2026-07-16T17:26:53.393" v="624" actId="20577"/>
          <ac:spMkLst>
            <pc:docMk/>
            <pc:sldMk cId="2079761430" sldId="279"/>
            <ac:spMk id="147" creationId="{CC57B63C-39D8-F2EF-95A4-2F553F2C97D9}"/>
          </ac:spMkLst>
        </pc:spChg>
      </pc:sldChg>
      <pc:sldChg chg="addSp delSp modSp add del mod">
        <pc:chgData name="sudharsan sudha" userId="3d3d041425628171" providerId="LiveId" clId="{701EB56C-5456-4E45-B90F-675FC26DB7DA}" dt="2026-07-15T08:39:59.315" v="455" actId="47"/>
        <pc:sldMkLst>
          <pc:docMk/>
          <pc:sldMk cId="3493454261" sldId="279"/>
        </pc:sldMkLst>
      </pc:sldChg>
      <pc:sldChg chg="modSp add mod ord">
        <pc:chgData name="sudharsan sudha" userId="3d3d041425628171" providerId="LiveId" clId="{701EB56C-5456-4E45-B90F-675FC26DB7DA}" dt="2026-07-16T17:29:18.373" v="654" actId="1076"/>
        <pc:sldMkLst>
          <pc:docMk/>
          <pc:sldMk cId="1672758784" sldId="280"/>
        </pc:sldMkLst>
        <pc:spChg chg="mod">
          <ac:chgData name="sudharsan sudha" userId="3d3d041425628171" providerId="LiveId" clId="{701EB56C-5456-4E45-B90F-675FC26DB7DA}" dt="2026-07-16T17:29:18.373" v="654" actId="1076"/>
          <ac:spMkLst>
            <pc:docMk/>
            <pc:sldMk cId="1672758784" sldId="280"/>
            <ac:spMk id="6" creationId="{2321C00D-1E42-3DB2-60F2-8836AF468308}"/>
          </ac:spMkLst>
        </pc:spChg>
      </pc:sldChg>
      <pc:sldChg chg="del">
        <pc:chgData name="sudharsan sudha" userId="3d3d041425628171" providerId="LiveId" clId="{701EB56C-5456-4E45-B90F-675FC26DB7DA}" dt="2026-07-15T08:40:20.841" v="458" actId="47"/>
        <pc:sldMkLst>
          <pc:docMk/>
          <pc:sldMk cId="4169435361" sldId="280"/>
        </pc:sldMkLst>
      </pc:sldChg>
      <pc:sldMasterChg chg="delSldLayout">
        <pc:chgData name="sudharsan sudha" userId="3d3d041425628171" providerId="LiveId" clId="{701EB56C-5456-4E45-B90F-675FC26DB7DA}" dt="2026-07-15T08:40:32.047" v="464" actId="47"/>
        <pc:sldMasterMkLst>
          <pc:docMk/>
          <pc:sldMasterMk cId="0" sldId="2147483648"/>
        </pc:sldMasterMkLst>
        <pc:sldLayoutChg chg="del">
          <pc:chgData name="sudharsan sudha" userId="3d3d041425628171" providerId="LiveId" clId="{701EB56C-5456-4E45-B90F-675FC26DB7DA}" dt="2026-07-15T08:40:32.047" v="464" actId="47"/>
          <pc:sldLayoutMkLst>
            <pc:docMk/>
            <pc:sldMasterMk cId="0" sldId="2147483648"/>
            <pc:sldLayoutMk cId="0" sldId="2147483650"/>
          </pc:sldLayoutMkLst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 dirty="0"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 dirty="0"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 dirty="0"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86" name="Google Shape;8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fld>
            <a:endParaRPr sz="12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110" name="Google Shape;110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2">
          <a:extLst>
            <a:ext uri="{FF2B5EF4-FFF2-40B4-BE49-F238E27FC236}">
              <a16:creationId xmlns:a16="http://schemas.microsoft.com/office/drawing/2014/main" id="{E1DF99E8-4F31-83E8-99DA-504A3FFD34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8:notes">
            <a:extLst>
              <a:ext uri="{FF2B5EF4-FFF2-40B4-BE49-F238E27FC236}">
                <a16:creationId xmlns:a16="http://schemas.microsoft.com/office/drawing/2014/main" id="{3A232555-8F9F-DFFE-CD4A-7AF16A8CB76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144" name="Google Shape;144;p8:notes">
            <a:extLst>
              <a:ext uri="{FF2B5EF4-FFF2-40B4-BE49-F238E27FC236}">
                <a16:creationId xmlns:a16="http://schemas.microsoft.com/office/drawing/2014/main" id="{B5C4DBCF-2E5F-7B7C-D938-29FDE657EC5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145" name="Google Shape;145;p8:notes">
            <a:extLst>
              <a:ext uri="{FF2B5EF4-FFF2-40B4-BE49-F238E27FC236}">
                <a16:creationId xmlns:a16="http://schemas.microsoft.com/office/drawing/2014/main" id="{CCDA0238-D05B-2114-D2FA-C20E9F0BA072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fld>
            <a:endParaRPr sz="12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63404052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2">
          <a:extLst>
            <a:ext uri="{FF2B5EF4-FFF2-40B4-BE49-F238E27FC236}">
              <a16:creationId xmlns:a16="http://schemas.microsoft.com/office/drawing/2014/main" id="{7DFD1F0F-D70D-6938-7A30-94E0576E1F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8:notes">
            <a:extLst>
              <a:ext uri="{FF2B5EF4-FFF2-40B4-BE49-F238E27FC236}">
                <a16:creationId xmlns:a16="http://schemas.microsoft.com/office/drawing/2014/main" id="{E9D8C9E6-F957-6F5E-94A7-B428EBEF69A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144" name="Google Shape;144;p8:notes">
            <a:extLst>
              <a:ext uri="{FF2B5EF4-FFF2-40B4-BE49-F238E27FC236}">
                <a16:creationId xmlns:a16="http://schemas.microsoft.com/office/drawing/2014/main" id="{FA3F1F1C-BF93-1B71-53D5-CE474169BC4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145" name="Google Shape;145;p8:notes">
            <a:extLst>
              <a:ext uri="{FF2B5EF4-FFF2-40B4-BE49-F238E27FC236}">
                <a16:creationId xmlns:a16="http://schemas.microsoft.com/office/drawing/2014/main" id="{1E145270-E5DC-223E-4EEB-86E5712590B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fld>
            <a:endParaRPr sz="12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45070917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223" name="Google Shape;223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17" name="Google Shape;17;p1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18" name="Google Shape;18;p1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2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21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7" name="Google Shape;27;p2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28" name="Google Shape;28;p2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29" name="Google Shape;29;p2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22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22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33" name="Google Shape;33;p2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34" name="Google Shape;34;p2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35" name="Google Shape;35;p2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23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23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9" name="Google Shape;39;p2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40" name="Google Shape;40;p2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41" name="Google Shape;41;p2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2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24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5" name="Google Shape;45;p24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6" name="Google Shape;46;p2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47" name="Google Shape;47;p2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48" name="Google Shape;48;p2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25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25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52" name="Google Shape;52;p25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3" name="Google Shape;53;p25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54" name="Google Shape;54;p25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5" name="Google Shape;55;p2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56" name="Google Shape;56;p2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57" name="Google Shape;57;p2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26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26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1" name="Google Shape;61;p26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2" name="Google Shape;62;p2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63" name="Google Shape;63;p2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64" name="Google Shape;64;p2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27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27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27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9" name="Google Shape;69;p2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70" name="Google Shape;70;p2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71" name="Google Shape;71;p2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28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28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5" name="Google Shape;75;p2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76" name="Google Shape;76;p2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77" name="Google Shape;77;p2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29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29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1" name="Google Shape;81;p2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82" name="Google Shape;82;p2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83" name="Google Shape;83;p2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8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" name="Google Shape;11;p18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1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 dirty="0"/>
          </a:p>
        </p:txBody>
      </p:sp>
      <p:sp>
        <p:nvSpPr>
          <p:cNvPr id="13" name="Google Shape;13;p1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 dirty="0"/>
          </a:p>
        </p:txBody>
      </p:sp>
      <p:sp>
        <p:nvSpPr>
          <p:cNvPr id="14" name="Google Shape;14;p1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dirty="0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" name="Google Shape;88;p1" descr="Picture 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505997" y="278550"/>
            <a:ext cx="7239001" cy="1109634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"/>
          <p:cNvSpPr txBox="1"/>
          <p:nvPr/>
        </p:nvSpPr>
        <p:spPr>
          <a:xfrm>
            <a:off x="674983" y="1518273"/>
            <a:ext cx="11707200" cy="40933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endParaRPr lang="en-US" sz="3200" b="1" i="0" u="none" strike="noStrike" cap="none" dirty="0">
              <a:solidFill>
                <a:schemeClr val="accen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R="840738" lvl="0" algn="ctr">
              <a:buSzPts val="2500"/>
            </a:pPr>
            <a:r>
              <a:rPr lang="en-IN" sz="3200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Edge Computing and Reliable Data Transmission</a:t>
            </a:r>
            <a:endParaRPr lang="en-US" sz="2800" b="1" i="0" u="none" strike="noStrike" cap="none" dirty="0">
              <a:solidFill>
                <a:schemeClr val="accent1"/>
              </a:solidFill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  <a:p>
            <a:pPr marR="840738" algn="ctr">
              <a:buSzPts val="2500"/>
            </a:pPr>
            <a:endParaRPr lang="en-US" sz="2400" b="1" dirty="0">
              <a:solidFill>
                <a:srgbClr val="252525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R="840738" algn="ctr">
              <a:buSzPts val="2500"/>
            </a:pPr>
            <a:endParaRPr lang="en-US" sz="2400" b="1" dirty="0">
              <a:solidFill>
                <a:srgbClr val="252525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R="840738" algn="ctr">
              <a:buSzPts val="2500"/>
            </a:pPr>
            <a:r>
              <a:rPr lang="en-US" sz="2400" b="1" dirty="0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Submitted by</a:t>
            </a:r>
            <a:endParaRPr lang="en-US" sz="2500" b="1" dirty="0">
              <a:solidFill>
                <a:srgbClr val="252525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840738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lang="en-US" sz="2500" b="1" i="0" u="none" strike="noStrike" cap="none" dirty="0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Sudharsan.D(192524063)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lvl="0" indent="5533390">
              <a:buSzPts val="2000"/>
            </a:pPr>
            <a:r>
              <a:rPr lang="en-US" sz="2000" b="1" i="0" u="none" strike="noStrike" cap="none" dirty="0">
                <a:solidFill>
                  <a:srgbClr val="00B0F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			</a:t>
            </a:r>
            <a:r>
              <a:rPr lang="en-US" sz="2500" b="1" i="0" u="none" strike="noStrike" cap="none" dirty="0">
                <a:solidFill>
                  <a:srgbClr val="00B0F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Supervisor     </a:t>
            </a:r>
            <a:r>
              <a:rPr lang="en-US" sz="1800" b="1" i="0" u="none" strike="noStrike" cap="none" dirty="0">
                <a:solidFill>
                  <a:srgbClr val="00B0F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                                                      			                                                                                                           </a:t>
            </a:r>
            <a:r>
              <a:rPr lang="en-US" sz="2000" b="1" i="0" u="none" strike="noStrike" cap="none" dirty="0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Dr.</a:t>
            </a:r>
            <a:r>
              <a:rPr lang="en-US" sz="2000" b="1" dirty="0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Jesu </a:t>
            </a:r>
            <a:r>
              <a:rPr lang="en-US" sz="2000" b="1" dirty="0" err="1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Jayarin</a:t>
            </a:r>
            <a:endParaRPr sz="2000" b="1" i="0" u="none" strike="noStrike" cap="none" dirty="0">
              <a:solidFill>
                <a:srgbClr val="252525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0" name="Google Shape;90;p1"/>
          <p:cNvSpPr txBox="1"/>
          <p:nvPr/>
        </p:nvSpPr>
        <p:spPr>
          <a:xfrm>
            <a:off x="1364564" y="1856026"/>
            <a:ext cx="9200272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4699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TECHNICAL</a:t>
            </a:r>
            <a:r>
              <a:rPr lang="en-US" sz="2400" b="1" i="0" u="none" strike="noStrike" cap="none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400" b="1" i="0" u="none" strike="noStrike" cap="none" dirty="0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PROJECT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algn="ctr"/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CSA0704- Computer Networks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4"/>
          <p:cNvSpPr txBox="1"/>
          <p:nvPr/>
        </p:nvSpPr>
        <p:spPr>
          <a:xfrm>
            <a:off x="970670" y="1328441"/>
            <a:ext cx="10185009" cy="6858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None/>
            </a:pPr>
            <a:r>
              <a:rPr lang="en-IN" sz="32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Key Points</a:t>
            </a:r>
          </a:p>
        </p:txBody>
      </p:sp>
      <p:sp>
        <p:nvSpPr>
          <p:cNvPr id="113" name="Google Shape;113;p4"/>
          <p:cNvSpPr txBox="1"/>
          <p:nvPr/>
        </p:nvSpPr>
        <p:spPr>
          <a:xfrm>
            <a:off x="1905000" y="4648201"/>
            <a:ext cx="4648200" cy="307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4" name="Google Shape;114;p4" descr="SSE-Computer Science and Engineeri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739758" y="133821"/>
            <a:ext cx="7239000" cy="1109630"/>
          </a:xfrm>
          <a:prstGeom prst="rect">
            <a:avLst/>
          </a:prstGeom>
          <a:noFill/>
          <a:ln>
            <a:noFill/>
          </a:ln>
        </p:spPr>
      </p:pic>
      <p:sp>
        <p:nvSpPr>
          <p:cNvPr id="115" name="Google Shape;115;p4"/>
          <p:cNvSpPr/>
          <p:nvPr/>
        </p:nvSpPr>
        <p:spPr>
          <a:xfrm>
            <a:off x="594860" y="4227213"/>
            <a:ext cx="10936627" cy="3077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</a:pP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A6C9F5A-D38F-70D1-BE5B-F1A219B051AE}"/>
              </a:ext>
            </a:extLst>
          </p:cNvPr>
          <p:cNvSpPr txBox="1"/>
          <p:nvPr/>
        </p:nvSpPr>
        <p:spPr>
          <a:xfrm>
            <a:off x="1661651" y="2180478"/>
            <a:ext cx="12192001" cy="44012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is Edge Computing?</a:t>
            </a: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Processes data near the user instead of a distant cloud.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Reduces delay (latency).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Improves network speed.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Supports IoT, smart cities, and autonomous vehicles. </a:t>
            </a:r>
          </a:p>
          <a:p>
            <a:pPr>
              <a:buNone/>
            </a:pP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Role of OSI Model</a:t>
            </a: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Application Layer → User services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Transport Layer → Reliable data transfer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Network Layer → Routing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Physical Layer → Data transmission 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6">
          <a:extLst>
            <a:ext uri="{FF2B5EF4-FFF2-40B4-BE49-F238E27FC236}">
              <a16:creationId xmlns:a16="http://schemas.microsoft.com/office/drawing/2014/main" id="{83491A19-BDB3-1B83-90BE-03C273395E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8">
            <a:extLst>
              <a:ext uri="{FF2B5EF4-FFF2-40B4-BE49-F238E27FC236}">
                <a16:creationId xmlns:a16="http://schemas.microsoft.com/office/drawing/2014/main" id="{1337FEB7-19FF-1B01-067E-F20F60C72DB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17099" y="1346617"/>
            <a:ext cx="10536701" cy="723619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algn="ctr">
              <a:buClr>
                <a:schemeClr val="lt1"/>
              </a:buClr>
              <a:buSzPts val="3200"/>
            </a:pPr>
            <a:br>
              <a:rPr lang="en-IN" sz="2000" b="1" dirty="0"/>
            </a:br>
            <a:r>
              <a:rPr lang="en-IN" sz="3600" b="1" dirty="0">
                <a:solidFill>
                  <a:schemeClr val="bg1"/>
                </a:solidFill>
                <a:latin typeface="+mj-lt"/>
              </a:rPr>
              <a:t>Advantages &amp; Conclusion</a:t>
            </a:r>
            <a:br>
              <a:rPr lang="en-IN" sz="2000" b="1" dirty="0"/>
            </a:br>
            <a:endParaRPr sz="20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49" name="Google Shape;149;p8" descr="SSE-Computer Science and Engineering">
            <a:extLst>
              <a:ext uri="{FF2B5EF4-FFF2-40B4-BE49-F238E27FC236}">
                <a16:creationId xmlns:a16="http://schemas.microsoft.com/office/drawing/2014/main" id="{0A54184D-CEBD-6EF9-4A14-951CFC0E3EBA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880418" y="256380"/>
            <a:ext cx="8184476" cy="816512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321C00D-1E42-3DB2-60F2-8836AF468308}"/>
              </a:ext>
            </a:extLst>
          </p:cNvPr>
          <p:cNvSpPr txBox="1"/>
          <p:nvPr/>
        </p:nvSpPr>
        <p:spPr>
          <a:xfrm>
            <a:off x="2322872" y="2097124"/>
            <a:ext cx="7824018" cy="53812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345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Advantages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IN" sz="23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Faster communication 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IN" sz="23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Low latency 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IN" sz="23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Better reliability 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IN" sz="23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Less network congestion 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IN" sz="23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Improved security </a:t>
            </a:r>
          </a:p>
          <a:p>
            <a:endParaRPr lang="en-IN" sz="2345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345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Applications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IN" sz="23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Smart Cities 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IN" sz="23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Healthcare 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IN" sz="23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Industrial Automation 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IN" sz="23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Online Gaming 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IN" sz="23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Autonomous Vehicles 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v"/>
            </a:pPr>
            <a:endParaRPr lang="en-IN" sz="2345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7275878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6">
          <a:extLst>
            <a:ext uri="{FF2B5EF4-FFF2-40B4-BE49-F238E27FC236}">
              <a16:creationId xmlns:a16="http://schemas.microsoft.com/office/drawing/2014/main" id="{16C665E1-CA7B-68ED-736D-BCEC94B539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8">
            <a:extLst>
              <a:ext uri="{FF2B5EF4-FFF2-40B4-BE49-F238E27FC236}">
                <a16:creationId xmlns:a16="http://schemas.microsoft.com/office/drawing/2014/main" id="{CC57B63C-39D8-F2EF-95A4-2F553F2C97D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17099" y="1346617"/>
            <a:ext cx="10536701" cy="723619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algn="ctr">
              <a:buClr>
                <a:schemeClr val="lt1"/>
              </a:buClr>
              <a:buSzPts val="3200"/>
            </a:pPr>
            <a:br>
              <a:rPr lang="en-IN" sz="2000" b="1" dirty="0"/>
            </a:br>
            <a:r>
              <a:rPr lang="en-IN" sz="3600" b="1" dirty="0">
                <a:solidFill>
                  <a:schemeClr val="bg1"/>
                </a:solidFill>
                <a:latin typeface="+mj-lt"/>
              </a:rPr>
              <a:t> Conclusion</a:t>
            </a:r>
            <a:br>
              <a:rPr lang="en-IN" sz="2000" b="1" dirty="0"/>
            </a:br>
            <a:endParaRPr sz="20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49" name="Google Shape;149;p8" descr="SSE-Computer Science and Engineering">
            <a:extLst>
              <a:ext uri="{FF2B5EF4-FFF2-40B4-BE49-F238E27FC236}">
                <a16:creationId xmlns:a16="http://schemas.microsoft.com/office/drawing/2014/main" id="{024DA7F8-8B4B-662C-7603-8B99E3CA8C92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880418" y="256380"/>
            <a:ext cx="8184476" cy="816512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F955AD0D-5724-E399-A451-7C5558131CB4}"/>
              </a:ext>
            </a:extLst>
          </p:cNvPr>
          <p:cNvSpPr txBox="1"/>
          <p:nvPr/>
        </p:nvSpPr>
        <p:spPr>
          <a:xfrm>
            <a:off x="1492045" y="2585885"/>
            <a:ext cx="9861755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Edge Computing processes data close to users.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reduces delay and improves performance.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OSI Model ensures secure and reliable communication.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Together, they make modern networks faster, smarter, and more efficient.t</a:t>
            </a:r>
          </a:p>
        </p:txBody>
      </p:sp>
    </p:spTree>
    <p:extLst>
      <p:ext uri="{BB962C8B-B14F-4D97-AF65-F5344CB8AC3E}">
        <p14:creationId xmlns:p14="http://schemas.microsoft.com/office/powerpoint/2010/main" val="207976143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5" name="Google Shape;225;p17" descr="Thank you card with watercolor floral frame in romantic blue | Premium PS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1999" cy="68579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37</TotalTime>
  <Words>166</Words>
  <Application>Microsoft Office PowerPoint</Application>
  <PresentationFormat>Widescreen</PresentationFormat>
  <Paragraphs>45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0" baseType="lpstr">
      <vt:lpstr>Times New Roman</vt:lpstr>
      <vt:lpstr>Arial</vt:lpstr>
      <vt:lpstr>Calibri</vt:lpstr>
      <vt:lpstr>Wingdings</vt:lpstr>
      <vt:lpstr>Office Theme</vt:lpstr>
      <vt:lpstr>PowerPoint Presentation</vt:lpstr>
      <vt:lpstr>PowerPoint Presentation</vt:lpstr>
      <vt:lpstr> Advantages &amp; Conclusion </vt:lpstr>
      <vt:lpstr>  Conclusion 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sarasur.sse@saveetha.com</dc:creator>
  <cp:lastModifiedBy>sudharsan sudha</cp:lastModifiedBy>
  <cp:revision>1</cp:revision>
  <dcterms:created xsi:type="dcterms:W3CDTF">2025-02-18T04:20:00Z</dcterms:created>
  <dcterms:modified xsi:type="dcterms:W3CDTF">2026-07-16T17:30:30Z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FBA5758AC5134655926B6C7F9D664471_12</vt:lpwstr>
  </property>
  <property fmtid="{D5CDD505-2E9C-101B-9397-08002B2CF9AE}" pid="3" name="KSOProductBuildVer">
    <vt:lpwstr>1033-12.2.0.20323</vt:lpwstr>
  </property>
</Properties>
</file>